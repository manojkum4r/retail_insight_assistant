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1" d="100"/>
          <a:sy n="21" d="100"/>
        </p:scale>
        <p:origin x="240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51CB-0842-2D55-7486-9C8584959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571AD-189F-DCB6-1F43-1602CB5DC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9C8ED-86F1-A262-759E-815C12D7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194DB-AA87-6CA6-C2DC-87BDDC2A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AAA63-AD34-FB6C-81CB-27244034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1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6B7A-7D55-2F3D-B2E6-C761DD1D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8ABF-7A93-6D9B-B635-69A75BE7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686D4-0574-5E8B-BD69-06D8450D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CEE1F-82B1-D1F0-8F20-AACB047D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2DDC3-3479-2BF6-AF57-13C2EED7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5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C38D-5533-B5C4-073E-BB2C46A4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1ADA6-B73A-1D16-C86D-B241B68B0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71E1B-9250-1802-B84C-506B62F9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D7C62-DA51-D4A6-6652-CB082B048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2DC7B-B99F-F7DE-1478-7A5669A1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81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E198-F0E3-5566-4361-78E7111D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AA557-6B75-29EE-2572-F58AA8095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0592B-5F8B-99D7-B792-EDD7AD56B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3546F-42A1-A467-EC44-74CF231B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A98A7-C31A-884E-312E-5FFDD357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6CDA2-63BB-311C-F849-ACB07239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08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E598-8725-AC2E-BEF4-30BEA8A4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9C5CD-62A1-946F-3495-A82A6EDD1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859FC-4131-BC1C-D2FA-507157B82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1FB9F-A6ED-5086-6AC0-8C7D1DED9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E99EA-EFD9-99C0-0228-6F952CA7D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0F1E4-0590-1861-2A4D-4E759D88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34AD3-FAEB-CAB6-107A-87440EF8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FED42F-AB9D-3777-B7BB-F5A28C9F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73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8362-70F4-9D2D-BC54-836FCC16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60772-320C-4000-9619-9CD31DBD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B15A9C-88F3-4097-592F-1180CB82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72061-524D-0483-8478-13F2BA4A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29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A94BE-8C59-3AFD-79E8-81682E4C2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B628E-1E97-4A41-1287-8A007A1D5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CF60B-728F-5437-0D50-F2551E04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3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8355-9EC1-78D0-9773-4D2833D3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D2B5F-9190-3B54-233E-87354BA8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BDDEE-5C7A-46D4-FCAA-11A5274EC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E91E6-BF2F-AD56-9D28-F2A9E567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3EC48-C312-F1EF-72D7-0A19C97E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77474-AF24-8944-751A-D6185CEB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C66A-99CC-680F-0376-22B8FA10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0A9114-63FE-5DF3-11A8-8B736EAE9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86743-0CF2-B717-BC63-48B81F2A2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31D88-FB3D-44A8-6D4A-5BB5A171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5068C-4FCD-D1BC-40C4-FD6B7C6E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AD583-5539-09BC-59A8-38F8C248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46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8577-FC84-1EAF-E2D3-3ED7B363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E25B8-AE62-9014-972E-3AFC16EF8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9027B-5FAC-7C94-E657-A48BAEEA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4E472-3F23-69F7-05A7-D0A36113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9690-F979-8E94-3B37-3C524D4F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2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242EE-3795-5CF8-2968-75D3B33E7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95AC5-47C1-F799-EBC4-975E0B5A2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5C45C-78C5-6EB6-A777-A1FEB69A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808D-9353-9403-4455-75FC2094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0D6C-EFD0-1E7E-BBE1-9163CF1D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2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81FA9-B615-8225-8F7B-7CA15F55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129C2-9D98-86E9-05EA-EE11949BE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B967B-937F-1506-73D0-C201FADFA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B1C1-3163-4450-8243-CB2EBB80F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28E2B-A437-067A-F069-D3B281280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3098-CEFC-C56C-91E0-C62285CC8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66050-E86B-4EBB-94F3-98C5FD008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9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D38B-FB26-BE09-6EEE-67004DACCB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E6485-B42D-57C9-7646-E01B60628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2F856-C87A-245B-8B8C-86BD11018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70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4B0E-5954-2F06-40C4-26DE014E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0BD4-F28C-D00B-69D8-8E33389C2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5D7D1-7820-2F66-57FF-1B3B08B06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417C0-BD53-FB04-FB34-26B73D257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0271E4-E47D-3B1C-507B-5463EDEDC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9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D36C-13AF-5B64-F14C-F3A2B737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0B60-3833-0F5D-BF41-CD7533D15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2DF51-9A93-1612-8703-A9A1B5B16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06578-CA80-AADD-9850-4253035D9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991BB-E7FF-2D1C-DFDA-4345A8B4B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4B2B7-3B27-4278-1361-2B1BDBDE59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8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5267C-D66E-BD41-DBDB-72D4F30C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290B-82D0-A005-0F83-7E985480E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1D5D0-2388-733C-6140-DFDF8DC3B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2B54C-0D76-FC21-37DC-E8B4D8BB8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5A5C00-D563-34B1-9E89-039C68E73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488ABA-0958-A870-3F0F-06F7E6592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984D86-3253-CAB1-C64A-251E3CE2F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" y="-44577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3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37E53-8B15-FD27-9F7A-0EF964541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64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47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5C8FE-4449-B1CC-8687-2F257785B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8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E6C1B-D291-1E7C-3FDA-90A763993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5BA296-B5C7-35F6-4C51-D2C9CA5E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8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3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74FD6B-4E3F-5370-7E0C-685DCD932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14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EE8EB-DEE2-A45D-0054-EEC7F5ED1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4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 kumar</dc:creator>
  <cp:lastModifiedBy>Dheeraj kumar</cp:lastModifiedBy>
  <cp:revision>1</cp:revision>
  <dcterms:created xsi:type="dcterms:W3CDTF">2025-11-23T20:41:06Z</dcterms:created>
  <dcterms:modified xsi:type="dcterms:W3CDTF">2025-11-23T20:46:41Z</dcterms:modified>
</cp:coreProperties>
</file>